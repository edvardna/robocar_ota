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738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ECF36-0012-4F5B-AE64-19C34287CCBF}" type="datetimeFigureOut">
              <a:rPr lang="en-FI" smtClean="0"/>
              <a:t>03/12/2026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25E54-5381-491F-8E8C-D7072CE3904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96854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25E54-5381-491F-8E8C-D7072CE39048}" type="slidenum">
              <a:rPr lang="en-FI" smtClean="0"/>
              <a:t>10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72213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8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39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05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8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3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5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4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2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86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224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63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C42FD-BF8F-8F6F-2F49-68A9323254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5DEC45B-BA77-21C0-3869-05DE7C923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15294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CA9C2-ED32-C702-DF74-156A1A619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09" y="159031"/>
            <a:ext cx="7950514" cy="870008"/>
          </a:xfrm>
        </p:spPr>
        <p:txBody>
          <a:bodyPr anchor="ctr">
            <a:normAutofit/>
          </a:bodyPr>
          <a:lstStyle/>
          <a:p>
            <a:r>
              <a:rPr lang="fi-FI" sz="4800" dirty="0">
                <a:solidFill>
                  <a:srgbClr val="FFFFFF"/>
                </a:solidFill>
              </a:rPr>
              <a:t>Project: Robo Car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3609E-463B-36B8-9E8B-03CAC79CF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8323" y="159031"/>
            <a:ext cx="3525868" cy="870008"/>
          </a:xfrm>
        </p:spPr>
        <p:txBody>
          <a:bodyPr anchor="ctr">
            <a:normAutofit fontScale="85000" lnSpcReduction="20000"/>
          </a:bodyPr>
          <a:lstStyle/>
          <a:p>
            <a:r>
              <a:rPr lang="en-GB" b="0" dirty="0"/>
              <a:t>Kevin </a:t>
            </a:r>
            <a:r>
              <a:rPr lang="en-GB" b="0" dirty="0" err="1"/>
              <a:t>Kovero</a:t>
            </a:r>
            <a:r>
              <a:rPr lang="en-GB" b="0" dirty="0"/>
              <a:t>, </a:t>
            </a:r>
            <a:r>
              <a:rPr lang="en-GB" b="0" dirty="0" err="1"/>
              <a:t>Mirkovszki</a:t>
            </a:r>
            <a:r>
              <a:rPr lang="en-GB" b="0" dirty="0"/>
              <a:t> Máté,</a:t>
            </a:r>
            <a:br>
              <a:rPr lang="en-GB" b="0" dirty="0"/>
            </a:br>
            <a:r>
              <a:rPr lang="en-GB" b="0" dirty="0"/>
              <a:t>Nagy Edvárd, ​</a:t>
            </a:r>
            <a:endParaRPr lang="en-US" sz="16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25B8EB-C8DD-E579-2093-D182FC5B0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-560574" y="576072"/>
            <a:ext cx="11521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139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A0758-8278-FA2B-981F-2387C60AA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70143" cy="1839433"/>
          </a:xfrm>
        </p:spPr>
        <p:txBody>
          <a:bodyPr>
            <a:normAutofit/>
          </a:bodyPr>
          <a:lstStyle/>
          <a:p>
            <a:r>
              <a:rPr lang="fi-FI" dirty="0"/>
              <a:t>Us vs Keystudio</a:t>
            </a: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302FDE1F-D919-E638-B984-88AFF449A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2218609"/>
              </p:ext>
            </p:extLst>
          </p:nvPr>
        </p:nvGraphicFramePr>
        <p:xfrm>
          <a:off x="6094476" y="1971921"/>
          <a:ext cx="5435598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866">
                  <a:extLst>
                    <a:ext uri="{9D8B030D-6E8A-4147-A177-3AD203B41FA5}">
                      <a16:colId xmlns:a16="http://schemas.microsoft.com/office/drawing/2014/main" val="1600626583"/>
                    </a:ext>
                  </a:extLst>
                </a:gridCol>
                <a:gridCol w="1811866">
                  <a:extLst>
                    <a:ext uri="{9D8B030D-6E8A-4147-A177-3AD203B41FA5}">
                      <a16:colId xmlns:a16="http://schemas.microsoft.com/office/drawing/2014/main" val="1770499292"/>
                    </a:ext>
                  </a:extLst>
                </a:gridCol>
                <a:gridCol w="1811866">
                  <a:extLst>
                    <a:ext uri="{9D8B030D-6E8A-4147-A177-3AD203B41FA5}">
                      <a16:colId xmlns:a16="http://schemas.microsoft.com/office/drawing/2014/main" val="2012207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Features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Keystudio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03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Ultrasonic sensor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42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UNO R3 Clone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2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WIFI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33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WEB UI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77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OLED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777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SERVO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135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LED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563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RF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16814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BB61527-5F70-E2A1-5F59-FDE8522BE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38100"/>
            <a:ext cx="3990443" cy="387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8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72E8C-B5FD-097C-EDE2-0360708A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fi-FI" dirty="0"/>
              <a:t>ChatGPTS respnose to the differences: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1E7CF9-4BDA-C5B3-853C-488E20636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9629" y="2303058"/>
            <a:ext cx="3951585" cy="39579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6AC744A-553E-0163-9047-B459F0A66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337" y="2303058"/>
            <a:ext cx="3572034" cy="3984192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112911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0C346-17C4-8599-F1C5-EAB6C2855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fi-FI" dirty="0"/>
              <a:t>Power distribution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E0A9C-0891-1BF3-801B-1742D0B68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i-FI" dirty="0"/>
              <a:t>We used NiMH AA over 18650 for the following reasons:</a:t>
            </a:r>
          </a:p>
          <a:p>
            <a:r>
              <a:rPr lang="en-US" dirty="0"/>
              <a:t>Harder to catch on fire</a:t>
            </a:r>
            <a:r>
              <a:rPr lang="fi-FI" dirty="0"/>
              <a:t>🔥</a:t>
            </a:r>
          </a:p>
          <a:p>
            <a:r>
              <a:rPr lang="fi-FI" dirty="0"/>
              <a:t>Simple charging no BMS</a:t>
            </a:r>
          </a:p>
          <a:p>
            <a:r>
              <a:rPr lang="fi-FI" dirty="0"/>
              <a:t>Can survive deep discharge</a:t>
            </a:r>
            <a:endParaRPr lang="en-US" dirty="0"/>
          </a:p>
          <a:p>
            <a:r>
              <a:rPr lang="en-US" dirty="0"/>
              <a:t>Commercial friendly more common</a:t>
            </a:r>
            <a:endParaRPr lang="fi-FI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D392C60-5F25-33B7-4ADA-18B703D77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336" t="-9612" r="-5605" b="-8080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65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21B17-72F9-F566-E5F2-D60375CF6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301" y="1371600"/>
            <a:ext cx="5664707" cy="1097280"/>
          </a:xfrm>
        </p:spPr>
        <p:txBody>
          <a:bodyPr>
            <a:normAutofit/>
          </a:bodyPr>
          <a:lstStyle/>
          <a:p>
            <a:r>
              <a:rPr lang="fi-FI" dirty="0"/>
              <a:t>Motor driver – H bridge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F80A4-18AD-4675-9313-7A1DBA4D4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49" y="2633236"/>
            <a:ext cx="5737860" cy="3666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L298N IC package + breakout board:</a:t>
            </a:r>
            <a:endParaRPr lang="fi-FI" dirty="0"/>
          </a:p>
          <a:p>
            <a:r>
              <a:rPr lang="fi-FI" dirty="0"/>
              <a:t>The breakout board made it easy for wirering.</a:t>
            </a:r>
          </a:p>
          <a:p>
            <a:r>
              <a:rPr lang="fi-FI" dirty="0"/>
              <a:t>The heatsink enables high power aplications.</a:t>
            </a:r>
          </a:p>
          <a:p>
            <a:r>
              <a:rPr lang="fi-FI" dirty="0"/>
              <a:t>PWM speed controll.</a:t>
            </a:r>
          </a:p>
          <a:p>
            <a:r>
              <a:rPr lang="fi-FI" dirty="0"/>
              <a:t>Decoupling capacitors to smooth out current spikes and reduce noise.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33C463-71B2-6BEA-81F0-A1E97A8DA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00" y="3098800"/>
            <a:ext cx="3491399" cy="3364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2ADABE-C895-6391-25CF-4BD15D05F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630" y="299084"/>
            <a:ext cx="3050340" cy="294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4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AD620-5930-5B94-7B57-870455C2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793651" cy="1745000"/>
          </a:xfrm>
        </p:spPr>
        <p:txBody>
          <a:bodyPr anchor="t">
            <a:normAutofit/>
          </a:bodyPr>
          <a:lstStyle/>
          <a:p>
            <a:r>
              <a:rPr lang="fi-FI" dirty="0"/>
              <a:t>Uno and esp32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96D867E-F37A-5A52-266D-78808446D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1" y="3321171"/>
            <a:ext cx="1343044" cy="2976748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2E65E5-51F4-DAC6-5E61-EB00936E8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459" y="3321171"/>
            <a:ext cx="2203009" cy="2976748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AA58C8F-4783-0D0C-0399-B1D1120B2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012" y="1371601"/>
            <a:ext cx="5380997" cy="4926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i-FI" sz="2800" b="1" dirty="0"/>
              <a:t>Uno-slave:</a:t>
            </a:r>
          </a:p>
          <a:p>
            <a:r>
              <a:rPr lang="en-US" dirty="0"/>
              <a:t>Collects data from sensors</a:t>
            </a:r>
          </a:p>
          <a:p>
            <a:r>
              <a:rPr lang="en-US" dirty="0"/>
              <a:t>Filters data</a:t>
            </a:r>
          </a:p>
          <a:p>
            <a:r>
              <a:rPr lang="en-US" dirty="0"/>
              <a:t>Sends data trough UART. (digital pins)</a:t>
            </a:r>
          </a:p>
          <a:p>
            <a:pPr marL="0" indent="0">
              <a:buNone/>
            </a:pPr>
            <a:r>
              <a:rPr lang="en-US" sz="2800" b="1" dirty="0"/>
              <a:t>Esp32-master:</a:t>
            </a:r>
          </a:p>
          <a:p>
            <a:r>
              <a:rPr lang="en-US" dirty="0"/>
              <a:t>Receive data from uno UART. (digital pins)</a:t>
            </a:r>
          </a:p>
          <a:p>
            <a:r>
              <a:rPr lang="en-US" dirty="0"/>
              <a:t>OLED display car status</a:t>
            </a:r>
          </a:p>
          <a:p>
            <a:r>
              <a:rPr lang="en-US" dirty="0"/>
              <a:t>Sends data to cloud (</a:t>
            </a:r>
            <a:r>
              <a:rPr lang="en-US" dirty="0" err="1"/>
              <a:t>hivemq</a:t>
            </a:r>
            <a:r>
              <a:rPr lang="en-US" dirty="0"/>
              <a:t> </a:t>
            </a:r>
            <a:r>
              <a:rPr lang="en-US" dirty="0" err="1"/>
              <a:t>mqqtt</a:t>
            </a:r>
            <a:r>
              <a:rPr lang="en-US" dirty="0"/>
              <a:t>)</a:t>
            </a:r>
          </a:p>
          <a:p>
            <a:r>
              <a:rPr lang="en-US" dirty="0"/>
              <a:t>Hosts </a:t>
            </a:r>
            <a:r>
              <a:rPr lang="en-US" dirty="0" err="1"/>
              <a:t>webUI</a:t>
            </a:r>
            <a:r>
              <a:rPr lang="en-US" dirty="0"/>
              <a:t> for control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63500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31F62-B8ED-97F9-B0EE-2C6574358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fi-FI" dirty="0"/>
              <a:t>Control scheame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FB55EE-5EA6-5684-3EEB-0B9B1897A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402602"/>
            <a:ext cx="5852160" cy="3895320"/>
          </a:xfrm>
        </p:spPr>
        <p:txBody>
          <a:bodyPr>
            <a:normAutofit fontScale="85000" lnSpcReduction="10000"/>
          </a:bodyPr>
          <a:lstStyle/>
          <a:p>
            <a:r>
              <a:rPr lang="fi-FI" dirty="0"/>
              <a:t>We used many different comunication standards inside this project</a:t>
            </a:r>
          </a:p>
          <a:p>
            <a:r>
              <a:rPr lang="fi-FI" dirty="0"/>
              <a:t>This car is TRULY an IOT device it can be controlled not just from local networks anywhere from the world using netly’s quick deploy</a:t>
            </a:r>
          </a:p>
          <a:p>
            <a:r>
              <a:rPr lang="fi-FI" dirty="0"/>
              <a:t>HiveMQ enables quick and free data cloud unlike thingspeak 15s &gt; 10ms</a:t>
            </a:r>
          </a:p>
          <a:p>
            <a:r>
              <a:rPr lang="fi-FI" dirty="0"/>
              <a:t>Live sensor view for debugging</a:t>
            </a:r>
          </a:p>
          <a:p>
            <a:r>
              <a:rPr lang="fi-FI" dirty="0"/>
              <a:t>Wireless programing via private github OTA firmware update</a:t>
            </a:r>
          </a:p>
          <a:p>
            <a:r>
              <a:rPr lang="fi-FI" dirty="0"/>
              <a:t>Extra physical motor kill switch for safety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DF02AA-274A-55C2-EBED-7E2399B96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26" t="-4523" r="-2362" b="-4523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4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D6DF41-5095-BA04-9204-5A2091F84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07" y="733817"/>
            <a:ext cx="8840973" cy="523827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67B337-C185-4BA7-1BF7-84016141C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7044926" y="1031001"/>
            <a:ext cx="3866914" cy="384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678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C1CD1-0985-2D4C-9C09-FCAA8EEF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anchor="t">
            <a:normAutofit/>
          </a:bodyPr>
          <a:lstStyle/>
          <a:p>
            <a:r>
              <a:rPr lang="fi-FI" dirty="0"/>
              <a:t>Cpp code:</a:t>
            </a:r>
            <a:endParaRPr lang="en-US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DF290E6C-AB04-7081-BFB7-9CA87C50B8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0" r="42354" b="2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6B67-F18A-9702-5B5C-4B2B3A4CB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r>
              <a:rPr lang="fi-FI" dirty="0"/>
              <a:t>Over 1000 lines of code!</a:t>
            </a:r>
          </a:p>
          <a:p>
            <a:r>
              <a:rPr lang="fi-FI" dirty="0"/>
              <a:t>HiveMQ hosted MQTT cloud</a:t>
            </a:r>
          </a:p>
          <a:p>
            <a:r>
              <a:rPr lang="fi-FI" dirty="0"/>
              <a:t>Private gitHUB OTA</a:t>
            </a:r>
          </a:p>
          <a:p>
            <a:r>
              <a:rPr lang="fi-FI" dirty="0"/>
              <a:t>Movement and turns as a function of time</a:t>
            </a:r>
          </a:p>
          <a:p>
            <a:r>
              <a:rPr lang="fi-FI" dirty="0"/>
              <a:t>Web ui controll not just localy via netly html</a:t>
            </a:r>
          </a:p>
          <a:p>
            <a:r>
              <a:rPr lang="fi-FI" dirty="0"/>
              <a:t>Complex maze solving obsticle avoidence algorithm</a:t>
            </a:r>
          </a:p>
          <a:p>
            <a:pPr marL="0" indent="0">
              <a:buNone/>
            </a:pP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77037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A1660-F316-4C91-29F3-CF095AF86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anchor="t">
            <a:normAutofit/>
          </a:bodyPr>
          <a:lstStyle/>
          <a:p>
            <a:r>
              <a:rPr lang="fi-FI" dirty="0"/>
              <a:t>Maze solving algorithm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58FB3-F938-6526-F092-6D111DF42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r>
              <a:rPr lang="fi-FI" dirty="0"/>
              <a:t>The robot follows the right hand wall</a:t>
            </a:r>
          </a:p>
          <a:p>
            <a:r>
              <a:rPr lang="fi-FI" dirty="0"/>
              <a:t>It keeps a safe distance and selfcorrects from the wall</a:t>
            </a:r>
          </a:p>
          <a:p>
            <a:r>
              <a:rPr lang="fi-FI" dirty="0"/>
              <a:t>If it sees the obstacle it avoids it by tuns and left or right movements</a:t>
            </a:r>
          </a:p>
          <a:p>
            <a:r>
              <a:rPr lang="fi-FI" dirty="0"/>
              <a:t>If it is in the open it will search for the nearest right side wall</a:t>
            </a:r>
          </a:p>
          <a:p>
            <a:endParaRPr lang="fi-FI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D1F0F2-C778-F918-D695-D02BEEC98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413" y="1726546"/>
            <a:ext cx="6486525" cy="40100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1DE3FEF-2F8B-89AC-3C71-3D3E6004A5DA}"/>
              </a:ext>
            </a:extLst>
          </p:cNvPr>
          <p:cNvSpPr/>
          <p:nvPr/>
        </p:nvSpPr>
        <p:spPr>
          <a:xfrm>
            <a:off x="0" y="705976"/>
            <a:ext cx="4416552" cy="55458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89AD91-00E3-69C7-1D2F-FA809D19575C}"/>
              </a:ext>
            </a:extLst>
          </p:cNvPr>
          <p:cNvSpPr/>
          <p:nvPr/>
        </p:nvSpPr>
        <p:spPr>
          <a:xfrm>
            <a:off x="1342417" y="2479580"/>
            <a:ext cx="1692613" cy="377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D7F3BC-6ED2-9B43-CB35-08C51654EDC1}"/>
              </a:ext>
            </a:extLst>
          </p:cNvPr>
          <p:cNvSpPr/>
          <p:nvPr/>
        </p:nvSpPr>
        <p:spPr>
          <a:xfrm>
            <a:off x="1976718" y="1726546"/>
            <a:ext cx="363070" cy="753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299F36-3AA4-23B9-6F7B-52BE21ADDEB7}"/>
              </a:ext>
            </a:extLst>
          </p:cNvPr>
          <p:cNvSpPr/>
          <p:nvPr/>
        </p:nvSpPr>
        <p:spPr>
          <a:xfrm>
            <a:off x="3657600" y="3677771"/>
            <a:ext cx="758952" cy="497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6574EC-B166-CA07-2ADC-51573D647401}"/>
              </a:ext>
            </a:extLst>
          </p:cNvPr>
          <p:cNvSpPr/>
          <p:nvPr/>
        </p:nvSpPr>
        <p:spPr>
          <a:xfrm>
            <a:off x="2339788" y="5297966"/>
            <a:ext cx="450476" cy="759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4559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0.11823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823 0.00023 L 0.11718 -0.1412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718 -0.14121 L 0.05494 -0.1412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94 -0.14121 L 0.0556 -0.254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6 -0.25463 L 0.05924 -0.3511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-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24 -0.35116 L 0.12148 -0.3569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148 -0.35695 L 0.11888 -0.6386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2" y="-1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mph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888 -0.63866 L -0.16368 -0.6310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94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mph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368 -0.63102 L -0.17578 0.00023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2" y="3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5" grpId="2" animBg="1"/>
      <p:bldP spid="15" grpId="3" animBg="1"/>
      <p:bldP spid="15" grpId="4" animBg="1"/>
      <p:bldP spid="15" grpId="5" animBg="1"/>
      <p:bldP spid="15" grpId="6" animBg="1"/>
      <p:bldP spid="15" grpId="7" animBg="1"/>
      <p:bldP spid="15" grpId="8" animBg="1"/>
      <p:bldP spid="15" grpId="9" animBg="1"/>
      <p:bldP spid="15" grpId="10" animBg="1"/>
      <p:bldP spid="15" grpId="11" animBg="1"/>
      <p:bldP spid="15" grpId="1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BB53-C346-36F1-589E-83377D29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CAD-3D printing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48CFF-9C12-3843-96D4-AB117E54E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913120" cy="3566160"/>
          </a:xfrm>
        </p:spPr>
        <p:txBody>
          <a:bodyPr/>
          <a:lstStyle/>
          <a:p>
            <a:r>
              <a:rPr lang="fi-FI" dirty="0"/>
              <a:t>Modular CAD design</a:t>
            </a:r>
          </a:p>
          <a:p>
            <a:r>
              <a:rPr lang="fi-FI" dirty="0"/>
              <a:t>Custom PLA body with modular slotted mounting</a:t>
            </a:r>
          </a:p>
          <a:p>
            <a:r>
              <a:rPr lang="fi-FI" dirty="0"/>
              <a:t>Custom PLA washers</a:t>
            </a:r>
          </a:p>
          <a:p>
            <a:r>
              <a:rPr lang="fi-FI" dirty="0"/>
              <a:t>M2 and M1,6 screws and nuts</a:t>
            </a:r>
          </a:p>
          <a:p>
            <a:r>
              <a:rPr lang="fi-FI" dirty="0"/>
              <a:t>Modular sensor mount with wire channels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ADD24E98-9E82-2C24-FCFC-85D98F211C6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0040646"/>
                  </p:ext>
                </p:extLst>
              </p:nvPr>
            </p:nvGraphicFramePr>
            <p:xfrm>
              <a:off x="6492238" y="1350557"/>
              <a:ext cx="5435600" cy="391801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35600" cy="3918010"/>
                    </a:xfrm>
                    <a:prstGeom prst="rect">
                      <a:avLst/>
                    </a:prstGeom>
                  </am3d:spPr>
                  <am3d:camera>
                    <am3d:pos x="0" y="0" z="570151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04902" d="1000000"/>
                    <am3d:preTrans dx="58490" dy="-785147" dz="-90843"/>
                    <am3d:scale>
                      <am3d:sx n="1000000" d="1000000"/>
                      <am3d:sy n="1000000" d="1000000"/>
                      <am3d:sz n="1000000" d="1000000"/>
                    </am3d:scale>
                    <am3d:rot ax="1513142" ay="-949711" az="-43921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82227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ADD24E98-9E82-2C24-FCFC-85D98F211C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92238" y="1350557"/>
                <a:ext cx="5435600" cy="39180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954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mph" presetSubtype="6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07"/>
                                          </p:val>
                                        </p:tav>
                                        <p:tav tm="2250">
                                          <p:val>
                                            <p:fltVal val="-0.0056"/>
                                          </p:val>
                                        </p:tav>
                                        <p:tav tm="3370">
                                          <p:val>
                                            <p:fltVal val="-0.0189"/>
                                          </p:val>
                                        </p:tav>
                                        <p:tav tm="4490">
                                          <p:val>
                                            <p:fltVal val="-0.0451"/>
                                          </p:val>
                                        </p:tav>
                                        <p:tav tm="5620">
                                          <p:val>
                                            <p:fltVal val="-0.0884"/>
                                          </p:val>
                                        </p:tav>
                                        <p:tav tm="6740">
                                          <p:val>
                                            <p:fltVal val="-0.1526"/>
                                          </p:val>
                                        </p:tav>
                                        <p:tav tm="7870">
                                          <p:val>
                                            <p:fltVal val="-0.242"/>
                                          </p:val>
                                        </p:tav>
                                        <p:tav tm="8990">
                                          <p:val>
                                            <p:fltVal val="-0.3621"/>
                                          </p:val>
                                        </p:tav>
                                        <p:tav tm="10110">
                                          <p:val>
                                            <p:fltVal val="-0.515"/>
                                          </p:val>
                                        </p:tav>
                                        <p:tav tm="11240">
                                          <p:val>
                                            <p:fltVal val="-0.7059"/>
                                          </p:val>
                                        </p:tav>
                                        <p:tav tm="12360">
                                          <p:val>
                                            <p:fltVal val="-0.9411"/>
                                          </p:val>
                                        </p:tav>
                                        <p:tav tm="13480">
                                          <p:val>
                                            <p:fltVal val="-1.1925"/>
                                          </p:val>
                                        </p:tav>
                                        <p:tav tm="14610">
                                          <p:val>
                                            <p:fltVal val="-1.4022"/>
                                          </p:val>
                                        </p:tav>
                                        <p:tav tm="15730">
                                          <p:val>
                                            <p:fltVal val="-1.5733"/>
                                          </p:val>
                                        </p:tav>
                                        <p:tav tm="16850">
                                          <p:val>
                                            <p:fltVal val="-1.7072"/>
                                          </p:val>
                                        </p:tav>
                                        <p:tav tm="17980">
                                          <p:val>
                                            <p:fltVal val="-1.8096"/>
                                          </p:val>
                                        </p:tav>
                                        <p:tav tm="19100">
                                          <p:val>
                                            <p:fltVal val="-1.8854"/>
                                          </p:val>
                                        </p:tav>
                                        <p:tav tm="20220">
                                          <p:val>
                                            <p:fltVal val="-1.9375"/>
                                          </p:val>
                                        </p:tav>
                                        <p:tav tm="21350">
                                          <p:val>
                                            <p:fltVal val="-1.9707"/>
                                          </p:val>
                                        </p:tav>
                                        <p:tav tm="22470">
                                          <p:val>
                                            <p:fltVal val="-1.9894"/>
                                          </p:val>
                                        </p:tav>
                                        <p:tav tm="23600">
                                          <p:val>
                                            <p:fltVal val="-1.9977"/>
                                          </p:val>
                                        </p:tav>
                                        <p:tav tm="24720">
                                          <p:val>
                                            <p:fltVal val="-1.9999"/>
                                          </p:val>
                                        </p:tav>
                                        <p:tav tm="25840">
                                          <p:val>
                                            <p:fltVal val="-1.5339"/>
                                          </p:val>
                                        </p:tav>
                                        <p:tav tm="26970">
                                          <p:val>
                                            <p:fltVal val="0.5131"/>
                                          </p:val>
                                        </p:tav>
                                        <p:tav tm="28090">
                                          <p:val>
                                            <p:fltVal val="3.6063"/>
                                          </p:val>
                                        </p:tav>
                                        <p:tav tm="29210">
                                          <p:val>
                                            <p:fltVal val="7.5428"/>
                                          </p:val>
                                        </p:tav>
                                        <p:tav tm="30340">
                                          <p:val>
                                            <p:fltVal val="12.215"/>
                                          </p:val>
                                        </p:tav>
                                        <p:tav tm="31460">
                                          <p:val>
                                            <p:fltVal val="17.5521"/>
                                          </p:val>
                                        </p:tav>
                                        <p:tav tm="32580">
                                          <p:val>
                                            <p:fltVal val="23.5026"/>
                                          </p:val>
                                        </p:tav>
                                        <p:tav tm="33710">
                                          <p:val>
                                            <p:fltVal val="29.9662"/>
                                          </p:val>
                                        </p:tav>
                                        <p:tav tm="34830">
                                          <p:val>
                                            <p:fltVal val="37.0276"/>
                                          </p:val>
                                        </p:tav>
                                        <p:tav tm="35960">
                                          <p:val>
                                            <p:fltVal val="44.6047"/>
                                          </p:val>
                                        </p:tav>
                                        <p:tav tm="37080">
                                          <p:val>
                                            <p:fltVal val="52.675"/>
                                          </p:val>
                                        </p:tav>
                                        <p:tav tm="38200">
                                          <p:val>
                                            <p:fltVal val="61.2192"/>
                                          </p:val>
                                        </p:tav>
                                        <p:tav tm="39330">
                                          <p:val>
                                            <p:fltVal val="70.2203"/>
                                          </p:val>
                                        </p:tav>
                                        <p:tav tm="40450">
                                          <p:val>
                                            <p:fltVal val="79.6634"/>
                                          </p:val>
                                        </p:tav>
                                        <p:tav tm="41570">
                                          <p:val>
                                            <p:fltVal val="89.445"/>
                                          </p:val>
                                        </p:tav>
                                        <p:tav tm="42700">
                                          <p:val>
                                            <p:fltVal val="99.7295"/>
                                          </p:val>
                                        </p:tav>
                                        <p:tav tm="43820">
                                          <p:val>
                                            <p:fltVal val="110.4196"/>
                                          </p:val>
                                        </p:tav>
                                        <p:tav tm="44940">
                                          <p:val>
                                            <p:fltVal val="121.5053"/>
                                          </p:val>
                                        </p:tav>
                                        <p:tav tm="46070">
                                          <p:val>
                                            <p:fltVal val="132.9774"/>
                                          </p:val>
                                        </p:tav>
                                        <p:tav tm="47190">
                                          <p:val>
                                            <p:fltVal val="144.8275"/>
                                          </p:val>
                                        </p:tav>
                                        <p:tav tm="48310">
                                          <p:val>
                                            <p:fltVal val="157.04761"/>
                                          </p:val>
                                        </p:tav>
                                        <p:tav tm="49440">
                                          <p:val>
                                            <p:fltVal val="169.5166"/>
                                          </p:val>
                                        </p:tav>
                                        <p:tav tm="50560">
                                          <p:val>
                                            <p:fltVal val="182.3239"/>
                                          </p:val>
                                        </p:tav>
                                        <p:tav tm="51690">
                                          <p:val>
                                            <p:fltVal val="195.0173"/>
                                          </p:val>
                                        </p:tav>
                                        <p:tav tm="52810">
                                          <p:val>
                                            <p:fltVal val="207.46809"/>
                                          </p:val>
                                        </p:tav>
                                        <p:tav tm="53930">
                                          <p:val>
                                            <p:fltVal val="219.4474"/>
                                          </p:val>
                                        </p:tav>
                                        <p:tav tm="55060">
                                          <p:val>
                                            <p:fltVal val="231.0605"/>
                                          </p:val>
                                        </p:tav>
                                        <p:tav tm="56180">
                                          <p:val>
                                            <p:fltVal val="242.39909"/>
                                          </p:val>
                                        </p:tav>
                                        <p:tav tm="57300">
                                          <p:val>
                                            <p:fltVal val="253.25211"/>
                                          </p:val>
                                        </p:tav>
                                        <p:tav tm="58430">
                                          <p:val>
                                            <p:fltVal val="263.71341"/>
                                          </p:val>
                                        </p:tav>
                                        <p:tav tm="59550">
                                          <p:val>
                                            <p:fltVal val="273.86151"/>
                                          </p:val>
                                        </p:tav>
                                        <p:tav tm="60670">
                                          <p:val>
                                            <p:fltVal val="283.50409"/>
                                          </p:val>
                                        </p:tav>
                                        <p:tav tm="61800">
                                          <p:val>
                                            <p:fltVal val="292.72171"/>
                                          </p:val>
                                        </p:tav>
                                        <p:tav tm="62920">
                                          <p:val>
                                            <p:fltVal val="301.57761"/>
                                          </p:val>
                                        </p:tav>
                                        <p:tav tm="64040">
                                          <p:val>
                                            <p:fltVal val="309.89859"/>
                                          </p:val>
                                        </p:tav>
                                        <p:tav tm="65170">
                                          <p:val>
                                            <p:fltVal val="317.7485"/>
                                          </p:val>
                                        </p:tav>
                                        <p:tav tm="66290">
                                          <p:val>
                                            <p:fltVal val="325.1716"/>
                                          </p:val>
                                        </p:tav>
                                        <p:tav tm="67420">
                                          <p:val>
                                            <p:fltVal val="332.01221"/>
                                          </p:val>
                                        </p:tav>
                                        <p:tav tm="68540">
                                          <p:val>
                                            <p:fltVal val="338.366"/>
                                          </p:val>
                                        </p:tav>
                                        <p:tav tm="69660">
                                          <p:val>
                                            <p:fltVal val="344.08609"/>
                                          </p:val>
                                        </p:tav>
                                        <p:tav tm="70790">
                                          <p:val>
                                            <p:fltVal val="349.19031"/>
                                          </p:val>
                                        </p:tav>
                                        <p:tav tm="71910">
                                          <p:val>
                                            <p:fltVal val="353.66071"/>
                                          </p:val>
                                        </p:tav>
                                        <p:tav tm="73030">
                                          <p:val>
                                            <p:fltVal val="357.34021"/>
                                          </p:val>
                                        </p:tav>
                                        <p:tav tm="74160">
                                          <p:val>
                                            <p:fltVal val="360.1506"/>
                                          </p:val>
                                        </p:tav>
                                        <p:tav tm="75280">
                                          <p:val>
                                            <p:fltVal val="361.84619"/>
                                          </p:val>
                                        </p:tav>
                                        <p:tav tm="76400">
                                          <p:val>
                                            <p:fltVal val="361.99869"/>
                                          </p:val>
                                        </p:tav>
                                        <p:tav tm="77530">
                                          <p:val>
                                            <p:fltVal val="361.98318"/>
                                          </p:val>
                                        </p:tav>
                                        <p:tav tm="78650">
                                          <p:val>
                                            <p:fltVal val="361.93341"/>
                                          </p:val>
                                        </p:tav>
                                        <p:tav tm="79780">
                                          <p:val>
                                            <p:fltVal val="361.83051"/>
                                          </p:val>
                                        </p:tav>
                                        <p:tav tm="80900">
                                          <p:val>
                                            <p:fltVal val="361.655"/>
                                          </p:val>
                                        </p:tav>
                                        <p:tav tm="82020">
                                          <p:val>
                                            <p:fltVal val="361.3844"/>
                                          </p:val>
                                        </p:tav>
                                        <p:tav tm="83150">
                                          <p:val>
                                            <p:fltVal val="361.00391"/>
                                          </p:val>
                                        </p:tav>
                                        <p:tav tm="84270">
                                          <p:val>
                                            <p:fltVal val="360.62131"/>
                                          </p:val>
                                        </p:tav>
                                        <p:tav tm="85390">
                                          <p:val>
                                            <p:fltVal val="360.34891"/>
                                          </p:val>
                                        </p:tav>
                                        <p:tav tm="86520">
                                          <p:val>
                                            <p:fltVal val="360.17181"/>
                                          </p:val>
                                        </p:tav>
                                        <p:tav tm="87640">
                                          <p:val>
                                            <p:fltVal val="360.0679"/>
                                          </p:val>
                                        </p:tav>
                                        <p:tav tm="88760">
                                          <p:val>
                                            <p:fltVal val="360.0173"/>
                                          </p:val>
                                        </p:tav>
                                        <p:tav tm="89890">
                                          <p:val>
                                            <p:fltVal val="360.00131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0"/>
                                          </p:val>
                                        </p:tav>
                                        <p:tav tm="3370">
                                          <p:val>
                                            <p:fltVal val="-0.0002"/>
                                          </p:val>
                                        </p:tav>
                                        <p:tav tm="4490">
                                          <p:val>
                                            <p:fltVal val="-0.0005"/>
                                          </p:val>
                                        </p:tav>
                                        <p:tav tm="5620">
                                          <p:val>
                                            <p:fltVal val="-0.001"/>
                                          </p:val>
                                        </p:tav>
                                        <p:tav tm="6740">
                                          <p:val>
                                            <p:fltVal val="-0.0017"/>
                                          </p:val>
                                        </p:tav>
                                        <p:tav tm="7870">
                                          <p:val>
                                            <p:fltVal val="-0.0028"/>
                                          </p:val>
                                        </p:tav>
                                        <p:tav tm="8990">
                                          <p:val>
                                            <p:fltVal val="-0.0042"/>
                                          </p:val>
                                        </p:tav>
                                        <p:tav tm="10110">
                                          <p:val>
                                            <p:fltVal val="-0.006"/>
                                          </p:val>
                                        </p:tav>
                                        <p:tav tm="11240">
                                          <p:val>
                                            <p:fltVal val="-0.0078"/>
                                          </p:val>
                                        </p:tav>
                                        <p:tav tm="12360">
                                          <p:val>
                                            <p:fltVal val="-0.0092"/>
                                          </p:val>
                                        </p:tav>
                                        <p:tav tm="13480">
                                          <p:val>
                                            <p:fltVal val="-0.0102"/>
                                          </p:val>
                                        </p:tav>
                                        <p:tav tm="14610">
                                          <p:val>
                                            <p:fltVal val="-0.0109"/>
                                          </p:val>
                                        </p:tav>
                                        <p:tav tm="15730">
                                          <p:val>
                                            <p:fltVal val="-0.0114"/>
                                          </p:val>
                                        </p:tav>
                                        <p:tav tm="16850">
                                          <p:val>
                                            <p:fltVal val="-0.0117"/>
                                          </p:val>
                                        </p:tav>
                                        <p:tav tm="17980">
                                          <p:val>
                                            <p:fltVal val="-0.0119"/>
                                          </p:val>
                                        </p:tav>
                                        <p:tav tm="19100">
                                          <p:val>
                                            <p:fltVal val="-0.0119"/>
                                          </p:val>
                                        </p:tav>
                                        <p:tav tm="20220">
                                          <p:val>
                                            <p:fltVal val="-0.0119"/>
                                          </p:val>
                                        </p:tav>
                                        <p:tav tm="21350">
                                          <p:val>
                                            <p:fltVal val="-0.0119"/>
                                          </p:val>
                                        </p:tav>
                                        <p:tav tm="22470">
                                          <p:val>
                                            <p:fltVal val="-0.0115"/>
                                          </p:val>
                                        </p:tav>
                                        <p:tav tm="23600">
                                          <p:val>
                                            <p:fltVal val="-0.0105"/>
                                          </p:val>
                                        </p:tav>
                                        <p:tav tm="24720">
                                          <p:val>
                                            <p:fltVal val="-0.0084"/>
                                          </p:val>
                                        </p:tav>
                                        <p:tav tm="25840">
                                          <p:val>
                                            <p:fltVal val="-0.0051"/>
                                          </p:val>
                                        </p:tav>
                                        <p:tav tm="26970">
                                          <p:val>
                                            <p:fltVal val="-0.0002"/>
                                          </p:val>
                                        </p:tav>
                                        <p:tav tm="28090">
                                          <p:val>
                                            <p:fltVal val="0.0067"/>
                                          </p:val>
                                        </p:tav>
                                        <p:tav tm="29210">
                                          <p:val>
                                            <p:fltVal val="0.0159"/>
                                          </p:val>
                                        </p:tav>
                                        <p:tav tm="30340">
                                          <p:val>
                                            <p:fltVal val="0.0277"/>
                                          </p:val>
                                        </p:tav>
                                        <p:tav tm="31460">
                                          <p:val>
                                            <p:fltVal val="0.0425"/>
                                          </p:val>
                                        </p:tav>
                                        <p:tav tm="32580">
                                          <p:val>
                                            <p:fltVal val="0.0605"/>
                                          </p:val>
                                        </p:tav>
                                        <p:tav tm="33710">
                                          <p:val>
                                            <p:fltVal val="0.082"/>
                                          </p:val>
                                        </p:tav>
                                        <p:tav tm="34830">
                                          <p:val>
                                            <p:fltVal val="0.1075"/>
                                          </p:val>
                                        </p:tav>
                                        <p:tav tm="35960">
                                          <p:val>
                                            <p:fltVal val="0.1357"/>
                                          </p:val>
                                        </p:tav>
                                        <p:tav tm="37080">
                                          <p:val>
                                            <p:fltVal val="0.1605"/>
                                          </p:val>
                                        </p:tav>
                                        <p:tav tm="38200">
                                          <p:val>
                                            <p:fltVal val="0.1814"/>
                                          </p:val>
                                        </p:tav>
                                        <p:tav tm="39330">
                                          <p:val>
                                            <p:fltVal val="0.1987"/>
                                          </p:val>
                                        </p:tav>
                                        <p:tav tm="40450">
                                          <p:val>
                                            <p:fltVal val="0.2129"/>
                                          </p:val>
                                        </p:tav>
                                        <p:tav tm="41570">
                                          <p:val>
                                            <p:fltVal val="0.224"/>
                                          </p:val>
                                        </p:tav>
                                        <p:tav tm="42700">
                                          <p:val>
                                            <p:fltVal val="0.2328"/>
                                          </p:val>
                                        </p:tav>
                                        <p:tav tm="43820">
                                          <p:val>
                                            <p:fltVal val="0.2393"/>
                                          </p:val>
                                        </p:tav>
                                        <p:tav tm="44940">
                                          <p:val>
                                            <p:fltVal val="0.2439"/>
                                          </p:val>
                                        </p:tav>
                                        <p:tav tm="46070">
                                          <p:val>
                                            <p:fltVal val="0.2469"/>
                                          </p:val>
                                        </p:tav>
                                        <p:tav tm="47190">
                                          <p:val>
                                            <p:fltVal val="0.2487"/>
                                          </p:val>
                                        </p:tav>
                                        <p:tav tm="48310">
                                          <p:val>
                                            <p:fltVal val="0.2496"/>
                                          </p:val>
                                        </p:tav>
                                        <p:tav tm="49440">
                                          <p:val>
                                            <p:fltVal val="0.2499"/>
                                          </p:val>
                                        </p:tav>
                                        <p:tav tm="50560">
                                          <p:val>
                                            <p:fltVal val="0.2499"/>
                                          </p:val>
                                        </p:tav>
                                        <p:tav tm="51690">
                                          <p:val>
                                            <p:fltVal val="0.2499"/>
                                          </p:val>
                                        </p:tav>
                                        <p:tav tm="52810">
                                          <p:val>
                                            <p:fltVal val="0.2494"/>
                                          </p:val>
                                        </p:tav>
                                        <p:tav tm="53930">
                                          <p:val>
                                            <p:fltVal val="0.2482"/>
                                          </p:val>
                                        </p:tav>
                                        <p:tav tm="55060">
                                          <p:val>
                                            <p:fltVal val="0.246"/>
                                          </p:val>
                                        </p:tav>
                                        <p:tav tm="56180">
                                          <p:val>
                                            <p:fltVal val="0.2425"/>
                                          </p:val>
                                        </p:tav>
                                        <p:tav tm="57300">
                                          <p:val>
                                            <p:fltVal val="0.2373"/>
                                          </p:val>
                                        </p:tav>
                                        <p:tav tm="58430">
                                          <p:val>
                                            <p:fltVal val="0.2302"/>
                                          </p:val>
                                        </p:tav>
                                        <p:tav tm="59550">
                                          <p:val>
                                            <p:fltVal val="0.2206"/>
                                          </p:val>
                                        </p:tav>
                                        <p:tav tm="60670">
                                          <p:val>
                                            <p:fltVal val="0.2085"/>
                                          </p:val>
                                        </p:tav>
                                        <p:tav tm="61800">
                                          <p:val>
                                            <p:fltVal val="0.1935"/>
                                          </p:val>
                                        </p:tav>
                                        <p:tav tm="62920">
                                          <p:val>
                                            <p:fltVal val="0.175"/>
                                          </p:val>
                                        </p:tav>
                                        <p:tav tm="64040">
                                          <p:val>
                                            <p:fltVal val="0.1532"/>
                                          </p:val>
                                        </p:tav>
                                        <p:tav tm="65170">
                                          <p:val>
                                            <p:fltVal val="0.1274"/>
                                          </p:val>
                                        </p:tav>
                                        <p:tav tm="66290">
                                          <p:val>
                                            <p:fltVal val="0.0993"/>
                                          </p:val>
                                        </p:tav>
                                        <p:tav tm="67420">
                                          <p:val>
                                            <p:fltVal val="0.0752"/>
                                          </p:val>
                                        </p:tav>
                                        <p:tav tm="68540">
                                          <p:val>
                                            <p:fltVal val="0.0547"/>
                                          </p:val>
                                        </p:tav>
                                        <p:tav tm="69660">
                                          <p:val>
                                            <p:fltVal val="0.0378"/>
                                          </p:val>
                                        </p:tav>
                                        <p:tav tm="70790">
                                          <p:val>
                                            <p:fltVal val="0.024"/>
                                          </p:val>
                                        </p:tav>
                                        <p:tav tm="71910">
                                          <p:val>
                                            <p:fltVal val="0.013"/>
                                          </p:val>
                                        </p:tav>
                                        <p:tav tm="73030">
                                          <p:val>
                                            <p:fltVal val="0.0045"/>
                                          </p:val>
                                        </p:tav>
                                        <p:tav tm="74160">
                                          <p:val>
                                            <p:fltVal val="-0.0017"/>
                                          </p:val>
                                        </p:tav>
                                        <p:tav tm="75280">
                                          <p:val>
                                            <p:fltVal val="-0.0062"/>
                                          </p:val>
                                        </p:tav>
                                        <p:tav tm="76400">
                                          <p:val>
                                            <p:fltVal val="-0.0091"/>
                                          </p:val>
                                        </p:tav>
                                        <p:tav tm="77530">
                                          <p:val>
                                            <p:fltVal val="-0.0108"/>
                                          </p:val>
                                        </p:tav>
                                        <p:tav tm="78650">
                                          <p:val>
                                            <p:fltVal val="-0.0117"/>
                                          </p:val>
                                        </p:tav>
                                        <p:tav tm="79780">
                                          <p:val>
                                            <p:fltVal val="-0.0119"/>
                                          </p:val>
                                        </p:tav>
                                        <p:tav tm="80900">
                                          <p:val>
                                            <p:fltVal val="-0.0119"/>
                                          </p:val>
                                        </p:tav>
                                        <p:tav tm="82020">
                                          <p:val>
                                            <p:fltVal val="-0.0117"/>
                                          </p:val>
                                        </p:tav>
                                        <p:tav tm="83150">
                                          <p:val>
                                            <p:fltVal val="-0.0105"/>
                                          </p:val>
                                        </p:tav>
                                        <p:tav tm="84270">
                                          <p:val>
                                            <p:fltVal val="-0.0075"/>
                                          </p:val>
                                        </p:tav>
                                        <p:tav tm="85390">
                                          <p:val>
                                            <p:fltVal val="-0.0019"/>
                                          </p:val>
                                        </p:tav>
                                        <p:tav tm="86520">
                                          <p:val>
                                            <p:fltVal val="0.005"/>
                                          </p:val>
                                        </p:tav>
                                        <p:tav tm="87640">
                                          <p:val>
                                            <p:fltVal val="0.0092"/>
                                          </p:val>
                                        </p:tav>
                                        <p:tav tm="88760">
                                          <p:val>
                                            <p:fltVal val="0.0112"/>
                                          </p:val>
                                        </p:tav>
                                        <p:tav tm="89890">
                                          <p:val>
                                            <p:fltVal val="0.0119"/>
                                          </p:val>
                                        </p:tav>
                                        <p:tav tm="91010">
                                          <p:val>
                                            <p:fltVal val="0.0119"/>
                                          </p:val>
                                        </p:tav>
                                        <p:tav tm="92130">
                                          <p:val>
                                            <p:fltVal val="0.0118"/>
                                          </p:val>
                                        </p:tav>
                                        <p:tav tm="93260">
                                          <p:val>
                                            <p:fltVal val="0.0112"/>
                                          </p:val>
                                        </p:tav>
                                        <p:tav tm="94380">
                                          <p:val>
                                            <p:fltVal val="0.0097"/>
                                          </p:val>
                                        </p:tav>
                                        <p:tav tm="95510">
                                          <p:val>
                                            <p:fltVal val="0.0068"/>
                                          </p:val>
                                        </p:tav>
                                        <p:tav tm="96630">
                                          <p:val>
                                            <p:fltVal val="0.0034"/>
                                          </p:val>
                                        </p:tav>
                                        <p:tav tm="97750">
                                          <p:val>
                                            <p:fltVal val="0.0013"/>
                                          </p:val>
                                        </p:tav>
                                        <p:tav tm="98880">
                                          <p:val>
                                            <p:fltVal val="0.0003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1"/>
                                          </p:val>
                                        </p:tav>
                                        <p:tav tm="3370">
                                          <p:val>
                                            <p:fltVal val="1.0004"/>
                                          </p:val>
                                        </p:tav>
                                        <p:tav tm="4490">
                                          <p:val>
                                            <p:fltVal val="1.0011"/>
                                          </p:val>
                                        </p:tav>
                                        <p:tav tm="5620">
                                          <p:val>
                                            <p:fltVal val="1.0022"/>
                                          </p:val>
                                        </p:tav>
                                        <p:tav tm="6740">
                                          <p:val>
                                            <p:fltVal val="1.0038"/>
                                          </p:val>
                                        </p:tav>
                                        <p:tav tm="7870">
                                          <p:val>
                                            <p:fltVal val="1.0061"/>
                                          </p:val>
                                        </p:tav>
                                        <p:tav tm="8990">
                                          <p:val>
                                            <p:fltVal val="1.0091"/>
                                          </p:val>
                                        </p:tav>
                                        <p:tav tm="10110">
                                          <p:val>
                                            <p:fltVal val="1.013"/>
                                          </p:val>
                                        </p:tav>
                                        <p:tav tm="11240">
                                          <p:val>
                                            <p:fltVal val="1.0168"/>
                                          </p:val>
                                        </p:tav>
                                        <p:tav tm="12360">
                                          <p:val>
                                            <p:fltVal val="1.0198"/>
                                          </p:val>
                                        </p:tav>
                                        <p:tav tm="13480">
                                          <p:val>
                                            <p:fltVal val="1.0221"/>
                                          </p:val>
                                        </p:tav>
                                        <p:tav tm="14610">
                                          <p:val>
                                            <p:fltVal val="1.0237"/>
                                          </p:val>
                                        </p:tav>
                                        <p:tav tm="15730">
                                          <p:val>
                                            <p:fltVal val="1.0247"/>
                                          </p:val>
                                        </p:tav>
                                        <p:tav tm="16850">
                                          <p:val>
                                            <p:fltVal val="1.0254"/>
                                          </p:val>
                                        </p:tav>
                                        <p:tav tm="17980">
                                          <p:val>
                                            <p:fltVal val="1.0257"/>
                                          </p:val>
                                        </p:tav>
                                        <p:tav tm="19100">
                                          <p:val>
                                            <p:fltVal val="1.0258"/>
                                          </p:val>
                                        </p:tav>
                                        <p:tav tm="20220">
                                          <p:val>
                                            <p:fltVal val="1.0259"/>
                                          </p:val>
                                        </p:tav>
                                        <p:tav tm="21350">
                                          <p:val>
                                            <p:fltVal val="1.0257"/>
                                          </p:val>
                                        </p:tav>
                                        <p:tav tm="22470">
                                          <p:val>
                                            <p:fltVal val="1.0247"/>
                                          </p:val>
                                        </p:tav>
                                        <p:tav tm="23600">
                                          <p:val>
                                            <p:fltVal val="1.0219"/>
                                          </p:val>
                                        </p:tav>
                                        <p:tav tm="24720">
                                          <p:val>
                                            <p:fltVal val="1.0165"/>
                                          </p:val>
                                        </p:tav>
                                        <p:tav tm="25840">
                                          <p:val>
                                            <p:fltVal val="1.0088"/>
                                          </p:val>
                                        </p:tav>
                                        <p:tav tm="26970">
                                          <p:val>
                                            <p:fltVal val="1.0036"/>
                                          </p:val>
                                        </p:tav>
                                        <p:tav tm="28090">
                                          <p:val>
                                            <p:fltVal val="1.001"/>
                                          </p:val>
                                        </p:tav>
                                        <p:tav tm="29210">
                                          <p:val>
                                            <p:fltVal val="1.0001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3"/>
                                          </p:val>
                                        </p:tav>
                                        <p:tav tm="69660">
                                          <p:val>
                                            <p:fltVal val="1.0011"/>
                                          </p:val>
                                        </p:tav>
                                        <p:tav tm="70790">
                                          <p:val>
                                            <p:fltVal val="1.0028"/>
                                          </p:val>
                                        </p:tav>
                                        <p:tav tm="71910">
                                          <p:val>
                                            <p:fltVal val="1.0058"/>
                                          </p:val>
                                        </p:tav>
                                        <p:tav tm="73030">
                                          <p:val>
                                            <p:fltVal val="1.0102"/>
                                          </p:val>
                                        </p:tav>
                                        <p:tav tm="74160">
                                          <p:val>
                                            <p:fltVal val="1.0159"/>
                                          </p:val>
                                        </p:tav>
                                        <p:tav tm="75280">
                                          <p:val>
                                            <p:fltVal val="1.0202"/>
                                          </p:val>
                                        </p:tav>
                                        <p:tav tm="76400">
                                          <p:val>
                                            <p:fltVal val="1.0231"/>
                                          </p:val>
                                        </p:tav>
                                        <p:tav tm="77530">
                                          <p:val>
                                            <p:fltVal val="1.0247"/>
                                          </p:val>
                                        </p:tav>
                                        <p:tav tm="78650">
                                          <p:val>
                                            <p:fltVal val="1.0256"/>
                                          </p:val>
                                        </p:tav>
                                        <p:tav tm="79780">
                                          <p:val>
                                            <p:fltVal val="1.0258"/>
                                          </p:val>
                                        </p:tav>
                                        <p:tav tm="80900">
                                          <p:val>
                                            <p:fltVal val="1.0258"/>
                                          </p:val>
                                        </p:tav>
                                        <p:tav tm="82020">
                                          <p:val>
                                            <p:fltVal val="1.0256"/>
                                          </p:val>
                                        </p:tav>
                                        <p:tav tm="83150">
                                          <p:val>
                                            <p:fltVal val="1.0243"/>
                                          </p:val>
                                        </p:tav>
                                        <p:tav tm="84270">
                                          <p:val>
                                            <p:fltVal val="1.021"/>
                                          </p:val>
                                        </p:tav>
                                        <p:tav tm="85390">
                                          <p:val>
                                            <p:fltVal val="1.015"/>
                                          </p:val>
                                        </p:tav>
                                        <p:tav tm="86520">
                                          <p:val>
                                            <p:fltVal val="1.0075"/>
                                          </p:val>
                                        </p:tav>
                                        <p:tav tm="87640">
                                          <p:val>
                                            <p:fltVal val="1.0029"/>
                                          </p:val>
                                        </p:tav>
                                        <p:tav tm="88760">
                                          <p:val>
                                            <p:fltVal val="1.0007"/>
                                          </p:val>
                                        </p:tav>
                                        <p:tav tm="89890">
                                          <p:val>
                                            <p:fltVal val="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7"/>
                                          </p:val>
                                        </p:tav>
                                        <p:tav tm="3370">
                                          <p:val>
                                            <p:fltVal val="0.999"/>
                                          </p:val>
                                        </p:tav>
                                        <p:tav tm="4490">
                                          <p:val>
                                            <p:fltVal val="0.9977"/>
                                          </p:val>
                                        </p:tav>
                                        <p:tav tm="5620">
                                          <p:val>
                                            <p:fltVal val="0.9956"/>
                                          </p:val>
                                        </p:tav>
                                        <p:tav tm="6740">
                                          <p:val>
                                            <p:fltVal val="0.9925"/>
                                          </p:val>
                                        </p:tav>
                                        <p:tav tm="7870">
                                          <p:val>
                                            <p:fltVal val="0.9881"/>
                                          </p:val>
                                        </p:tav>
                                        <p:tav tm="8990">
                                          <p:val>
                                            <p:fltVal val="0.9823"/>
                                          </p:val>
                                        </p:tav>
                                        <p:tav tm="10110">
                                          <p:val>
                                            <p:fltVal val="0.9748"/>
                                          </p:val>
                                        </p:tav>
                                        <p:tav tm="11240">
                                          <p:val>
                                            <p:fltVal val="0.9674"/>
                                          </p:val>
                                        </p:tav>
                                        <p:tav tm="12360">
                                          <p:val>
                                            <p:fltVal val="0.9616"/>
                                          </p:val>
                                        </p:tav>
                                        <p:tav tm="13480">
                                          <p:val>
                                            <p:fltVal val="0.9573"/>
                                          </p:val>
                                        </p:tav>
                                        <p:tav tm="14610">
                                          <p:val>
                                            <p:fltVal val="0.9542"/>
                                          </p:val>
                                        </p:tav>
                                        <p:tav tm="15730">
                                          <p:val>
                                            <p:fltVal val="0.9521"/>
                                          </p:val>
                                        </p:tav>
                                        <p:tav tm="16850">
                                          <p:val>
                                            <p:fltVal val="0.9508"/>
                                          </p:val>
                                        </p:tav>
                                        <p:tav tm="17980">
                                          <p:val>
                                            <p:fltVal val="0.9502"/>
                                          </p:val>
                                        </p:tav>
                                        <p:tav tm="19100">
                                          <p:val>
                                            <p:fltVal val="0.95"/>
                                          </p:val>
                                        </p:tav>
                                        <p:tav tm="20220">
                                          <p:val>
                                            <p:fltVal val="0.9499"/>
                                          </p:val>
                                        </p:tav>
                                        <p:tav tm="21350">
                                          <p:val>
                                            <p:fltVal val="0.9503"/>
                                          </p:val>
                                        </p:tav>
                                        <p:tav tm="22470">
                                          <p:val>
                                            <p:fltVal val="0.9523"/>
                                          </p:val>
                                        </p:tav>
                                        <p:tav tm="23600">
                                          <p:val>
                                            <p:fltVal val="0.9576"/>
                                          </p:val>
                                        </p:tav>
                                        <p:tav tm="24720">
                                          <p:val>
                                            <p:fltVal val="0.9681"/>
                                          </p:val>
                                        </p:tav>
                                        <p:tav tm="25840">
                                          <p:val>
                                            <p:fltVal val="0.9829"/>
                                          </p:val>
                                        </p:tav>
                                        <p:tav tm="26970">
                                          <p:val>
                                            <p:fltVal val="0.9929"/>
                                          </p:val>
                                        </p:tav>
                                        <p:tav tm="28090">
                                          <p:val>
                                            <p:fltVal val="0.9979"/>
                                          </p:val>
                                        </p:tav>
                                        <p:tav tm="29210">
                                          <p:val>
                                            <p:fltVal val="0.9997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9"/>
                                          </p:val>
                                        </p:tav>
                                        <p:tav tm="68540">
                                          <p:val>
                                            <p:fltVal val="0.9993"/>
                                          </p:val>
                                        </p:tav>
                                        <p:tav tm="69660">
                                          <p:val>
                                            <p:fltVal val="0.9977"/>
                                          </p:val>
                                        </p:tav>
                                        <p:tav tm="70790">
                                          <p:val>
                                            <p:fltVal val="0.9944"/>
                                          </p:val>
                                        </p:tav>
                                        <p:tav tm="71910">
                                          <p:val>
                                            <p:fltVal val="0.9887"/>
                                          </p:val>
                                        </p:tav>
                                        <p:tav tm="73030">
                                          <p:val>
                                            <p:fltVal val="0.9802"/>
                                          </p:val>
                                        </p:tav>
                                        <p:tav tm="74160">
                                          <p:val>
                                            <p:fltVal val="0.9692"/>
                                          </p:val>
                                        </p:tav>
                                        <p:tav tm="75280">
                                          <p:val>
                                            <p:fltVal val="0.9608"/>
                                          </p:val>
                                        </p:tav>
                                        <p:tav tm="76400">
                                          <p:val>
                                            <p:fltVal val="0.9553"/>
                                          </p:val>
                                        </p:tav>
                                        <p:tav tm="77530">
                                          <p:val>
                                            <p:fltVal val="0.9521"/>
                                          </p:val>
                                        </p:tav>
                                        <p:tav tm="78650">
                                          <p:val>
                                            <p:fltVal val="0.9505"/>
                                          </p:val>
                                        </p:tav>
                                        <p:tav tm="79780">
                                          <p:val>
                                            <p:fltVal val="0.95"/>
                                          </p:val>
                                        </p:tav>
                                        <p:tav tm="80900">
                                          <p:val>
                                            <p:fltVal val="0.95"/>
                                          </p:val>
                                        </p:tav>
                                        <p:tav tm="82020">
                                          <p:val>
                                            <p:fltVal val="0.9505"/>
                                          </p:val>
                                        </p:tav>
                                        <p:tav tm="83150">
                                          <p:val>
                                            <p:fltVal val="0.953"/>
                                          </p:val>
                                        </p:tav>
                                        <p:tav tm="84270">
                                          <p:val>
                                            <p:fltVal val="0.9593"/>
                                          </p:val>
                                        </p:tav>
                                        <p:tav tm="85390">
                                          <p:val>
                                            <p:fltVal val="0.971"/>
                                          </p:val>
                                        </p:tav>
                                        <p:tav tm="86520">
                                          <p:val>
                                            <p:fltVal val="0.9854"/>
                                          </p:val>
                                        </p:tav>
                                        <p:tav tm="87640">
                                          <p:val>
                                            <p:fltVal val="0.9942"/>
                                          </p:val>
                                        </p:tav>
                                        <p:tav tm="88760">
                                          <p:val>
                                            <p:fltVal val="0.9985"/>
                                          </p:val>
                                        </p:tav>
                                        <p:tav tm="89890">
                                          <p:val>
                                            <p:fltVal val="0.9998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1"/>
                                          </p:val>
                                        </p:tav>
                                        <p:tav tm="3370">
                                          <p:val>
                                            <p:fltVal val="1.0004"/>
                                          </p:val>
                                        </p:tav>
                                        <p:tav tm="4490">
                                          <p:val>
                                            <p:fltVal val="1.0011"/>
                                          </p:val>
                                        </p:tav>
                                        <p:tav tm="5620">
                                          <p:val>
                                            <p:fltVal val="1.0022"/>
                                          </p:val>
                                        </p:tav>
                                        <p:tav tm="6740">
                                          <p:val>
                                            <p:fltVal val="1.0038"/>
                                          </p:val>
                                        </p:tav>
                                        <p:tav tm="7870">
                                          <p:val>
                                            <p:fltVal val="1.0061"/>
                                          </p:val>
                                        </p:tav>
                                        <p:tav tm="8990">
                                          <p:val>
                                            <p:fltVal val="1.0091"/>
                                          </p:val>
                                        </p:tav>
                                        <p:tav tm="10110">
                                          <p:val>
                                            <p:fltVal val="1.013"/>
                                          </p:val>
                                        </p:tav>
                                        <p:tav tm="11240">
                                          <p:val>
                                            <p:fltVal val="1.0168"/>
                                          </p:val>
                                        </p:tav>
                                        <p:tav tm="12360">
                                          <p:val>
                                            <p:fltVal val="1.0198"/>
                                          </p:val>
                                        </p:tav>
                                        <p:tav tm="13480">
                                          <p:val>
                                            <p:fltVal val="1.0221"/>
                                          </p:val>
                                        </p:tav>
                                        <p:tav tm="14610">
                                          <p:val>
                                            <p:fltVal val="1.0237"/>
                                          </p:val>
                                        </p:tav>
                                        <p:tav tm="15730">
                                          <p:val>
                                            <p:fltVal val="1.0247"/>
                                          </p:val>
                                        </p:tav>
                                        <p:tav tm="16850">
                                          <p:val>
                                            <p:fltVal val="1.0254"/>
                                          </p:val>
                                        </p:tav>
                                        <p:tav tm="17980">
                                          <p:val>
                                            <p:fltVal val="1.0257"/>
                                          </p:val>
                                        </p:tav>
                                        <p:tav tm="19100">
                                          <p:val>
                                            <p:fltVal val="1.0258"/>
                                          </p:val>
                                        </p:tav>
                                        <p:tav tm="20220">
                                          <p:val>
                                            <p:fltVal val="1.0259"/>
                                          </p:val>
                                        </p:tav>
                                        <p:tav tm="21350">
                                          <p:val>
                                            <p:fltVal val="1.0257"/>
                                          </p:val>
                                        </p:tav>
                                        <p:tav tm="22470">
                                          <p:val>
                                            <p:fltVal val="1.0247"/>
                                          </p:val>
                                        </p:tav>
                                        <p:tav tm="23600">
                                          <p:val>
                                            <p:fltVal val="1.0219"/>
                                          </p:val>
                                        </p:tav>
                                        <p:tav tm="24720">
                                          <p:val>
                                            <p:fltVal val="1.0165"/>
                                          </p:val>
                                        </p:tav>
                                        <p:tav tm="25840">
                                          <p:val>
                                            <p:fltVal val="1.0088"/>
                                          </p:val>
                                        </p:tav>
                                        <p:tav tm="26970">
                                          <p:val>
                                            <p:fltVal val="1.0036"/>
                                          </p:val>
                                        </p:tav>
                                        <p:tav tm="28090">
                                          <p:val>
                                            <p:fltVal val="1.001"/>
                                          </p:val>
                                        </p:tav>
                                        <p:tav tm="29210">
                                          <p:val>
                                            <p:fltVal val="1.0001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3"/>
                                          </p:val>
                                        </p:tav>
                                        <p:tav tm="69660">
                                          <p:val>
                                            <p:fltVal val="1.0011"/>
                                          </p:val>
                                        </p:tav>
                                        <p:tav tm="70790">
                                          <p:val>
                                            <p:fltVal val="1.0028"/>
                                          </p:val>
                                        </p:tav>
                                        <p:tav tm="71910">
                                          <p:val>
                                            <p:fltVal val="1.0058"/>
                                          </p:val>
                                        </p:tav>
                                        <p:tav tm="73030">
                                          <p:val>
                                            <p:fltVal val="1.0102"/>
                                          </p:val>
                                        </p:tav>
                                        <p:tav tm="74160">
                                          <p:val>
                                            <p:fltVal val="1.0159"/>
                                          </p:val>
                                        </p:tav>
                                        <p:tav tm="75280">
                                          <p:val>
                                            <p:fltVal val="1.0202"/>
                                          </p:val>
                                        </p:tav>
                                        <p:tav tm="76400">
                                          <p:val>
                                            <p:fltVal val="1.0231"/>
                                          </p:val>
                                        </p:tav>
                                        <p:tav tm="77530">
                                          <p:val>
                                            <p:fltVal val="1.0247"/>
                                          </p:val>
                                        </p:tav>
                                        <p:tav tm="78650">
                                          <p:val>
                                            <p:fltVal val="1.0256"/>
                                          </p:val>
                                        </p:tav>
                                        <p:tav tm="79780">
                                          <p:val>
                                            <p:fltVal val="1.0258"/>
                                          </p:val>
                                        </p:tav>
                                        <p:tav tm="80900">
                                          <p:val>
                                            <p:fltVal val="1.0258"/>
                                          </p:val>
                                        </p:tav>
                                        <p:tav tm="82020">
                                          <p:val>
                                            <p:fltVal val="1.0256"/>
                                          </p:val>
                                        </p:tav>
                                        <p:tav tm="83150">
                                          <p:val>
                                            <p:fltVal val="1.0243"/>
                                          </p:val>
                                        </p:tav>
                                        <p:tav tm="84270">
                                          <p:val>
                                            <p:fltVal val="1.021"/>
                                          </p:val>
                                        </p:tav>
                                        <p:tav tm="85390">
                                          <p:val>
                                            <p:fltVal val="1.015"/>
                                          </p:val>
                                        </p:tav>
                                        <p:tav tm="86520">
                                          <p:val>
                                            <p:fltVal val="1.0075"/>
                                          </p:val>
                                        </p:tav>
                                        <p:tav tm="87640">
                                          <p:val>
                                            <p:fltVal val="1.0029"/>
                                          </p:val>
                                        </p:tav>
                                        <p:tav tm="88760">
                                          <p:val>
                                            <p:fltVal val="1.0007"/>
                                          </p:val>
                                        </p:tav>
                                        <p:tav tm="89890">
                                          <p:val>
                                            <p:fltVal val="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C91F-EE3E-B9DF-9E4E-30FBCCA5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/>
              <a:t>Challanges and difficulties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E87C4-FE92-A968-D472-A4CDEBE6A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33600"/>
            <a:ext cx="10890928" cy="4066032"/>
          </a:xfrm>
        </p:spPr>
        <p:txBody>
          <a:bodyPr/>
          <a:lstStyle/>
          <a:p>
            <a:r>
              <a:rPr lang="fi-FI" dirty="0"/>
              <a:t>Long compligin times IDE is slow for this size</a:t>
            </a:r>
          </a:p>
          <a:p>
            <a:r>
              <a:rPr lang="fi-FI" dirty="0"/>
              <a:t>Long download speed for OTA, esp32 small only 4mb RAM</a:t>
            </a:r>
          </a:p>
          <a:p>
            <a:r>
              <a:rPr lang="fi-FI" dirty="0"/>
              <a:t>CAD takes so mutch time to design</a:t>
            </a:r>
          </a:p>
          <a:p>
            <a:r>
              <a:rPr lang="fi-FI" dirty="0"/>
              <a:t>Clone / fake components no dimensions documantion, or just plain wrong sizes</a:t>
            </a:r>
          </a:p>
          <a:p>
            <a:r>
              <a:rPr lang="fi-FI" dirty="0"/>
              <a:t>Wirering felt like a haybale in the future deffinetly custom PCB</a:t>
            </a:r>
            <a:endParaRPr lang="en-US" dirty="0"/>
          </a:p>
          <a:p>
            <a:r>
              <a:rPr lang="en-US" dirty="0" err="1"/>
              <a:t>Microslop</a:t>
            </a:r>
            <a:r>
              <a:rPr lang="fi-FI" dirty="0"/>
              <a:t>®️ driver support for microcontrollers is really bad</a:t>
            </a:r>
          </a:p>
          <a:p>
            <a:r>
              <a:rPr lang="fi-FI" dirty="0"/>
              <a:t>The motors and wheels have big tolarances makes precies movement near imposible</a:t>
            </a:r>
          </a:p>
        </p:txBody>
      </p:sp>
    </p:spTree>
    <p:extLst>
      <p:ext uri="{BB962C8B-B14F-4D97-AF65-F5344CB8AC3E}">
        <p14:creationId xmlns:p14="http://schemas.microsoft.com/office/powerpoint/2010/main" val="341928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73326-7E43-62DF-10C8-5EE73EB1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AC928-ADD7-DC33-B182-2C6AA2DD7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07" r="9832" b="2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F01BE-F0F8-E0EF-EE46-49D10A594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cap="all" spc="300" dirty="0"/>
              <a:t>Any question from the audience ?</a:t>
            </a:r>
          </a:p>
        </p:txBody>
      </p:sp>
    </p:spTree>
    <p:extLst>
      <p:ext uri="{BB962C8B-B14F-4D97-AF65-F5344CB8AC3E}">
        <p14:creationId xmlns:p14="http://schemas.microsoft.com/office/powerpoint/2010/main" val="7995294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444</Words>
  <Application>Microsoft Office PowerPoint</Application>
  <PresentationFormat>Widescreen</PresentationFormat>
  <Paragraphs>90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Avenir Next LT Pro</vt:lpstr>
      <vt:lpstr>Bierstadt</vt:lpstr>
      <vt:lpstr>Grandview Display</vt:lpstr>
      <vt:lpstr>DashVTI</vt:lpstr>
      <vt:lpstr>Project: Robo Car</vt:lpstr>
      <vt:lpstr>Us vs Keystudio</vt:lpstr>
      <vt:lpstr>ChatGPTS respnose to the differences:</vt:lpstr>
      <vt:lpstr>Power distribution</vt:lpstr>
      <vt:lpstr>Motor driver – H bridge</vt:lpstr>
      <vt:lpstr>Uno and esp32</vt:lpstr>
      <vt:lpstr>Control scheame</vt:lpstr>
      <vt:lpstr>PowerPoint Presentation</vt:lpstr>
      <vt:lpstr>Cpp code:</vt:lpstr>
      <vt:lpstr>Maze solving algorithm</vt:lpstr>
      <vt:lpstr>CAD-3D printing</vt:lpstr>
      <vt:lpstr>Challanges and difficulties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Edvárd Nagy</dc:creator>
  <cp:lastModifiedBy>Edvárd Nagy</cp:lastModifiedBy>
  <cp:revision>5</cp:revision>
  <dcterms:created xsi:type="dcterms:W3CDTF">2026-03-06T17:58:50Z</dcterms:created>
  <dcterms:modified xsi:type="dcterms:W3CDTF">2026-03-12T16:59:35Z</dcterms:modified>
</cp:coreProperties>
</file>